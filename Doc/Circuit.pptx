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C3DEB3-E1E7-4BFA-B315-F042EF843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280757"/>
            <a:ext cx="8791575" cy="520278"/>
          </a:xfrm>
        </p:spPr>
        <p:txBody>
          <a:bodyPr/>
          <a:lstStyle/>
          <a:p>
            <a:r>
              <a:rPr lang="en-US" dirty="0"/>
              <a:t>Real TIME ELOAD TOUP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477BF-D02D-4CA7-9E34-34C381CB32FA}"/>
              </a:ext>
            </a:extLst>
          </p:cNvPr>
          <p:cNvSpPr txBox="1"/>
          <p:nvPr/>
        </p:nvSpPr>
        <p:spPr>
          <a:xfrm>
            <a:off x="1876424" y="2572871"/>
            <a:ext cx="639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AnyTop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32CFB-2684-4746-9D80-7EB7930DBDCA}"/>
              </a:ext>
            </a:extLst>
          </p:cNvPr>
          <p:cNvSpPr txBox="1"/>
          <p:nvPr/>
        </p:nvSpPr>
        <p:spPr>
          <a:xfrm>
            <a:off x="1876424" y="3634700"/>
            <a:ext cx="639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© 2026 ByteBridges Inc.</a:t>
            </a:r>
          </a:p>
        </p:txBody>
      </p:sp>
    </p:spTree>
    <p:extLst>
      <p:ext uri="{BB962C8B-B14F-4D97-AF65-F5344CB8AC3E}">
        <p14:creationId xmlns:p14="http://schemas.microsoft.com/office/powerpoint/2010/main" val="274310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96CB3-238C-4491-B5E1-29EB2747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989" y="-62752"/>
            <a:ext cx="7530353" cy="692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74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{C63A5FFE-AE78-45BA-A068-7A5725FA339B}TF6d5feb1e-e145-43f1-b745-cb4b54c5ee975d365c52-ce22229b0e48</Template>
  <TotalTime>20</TotalTime>
  <Words>11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Aung Myo Linn (CHID)</dc:creator>
  <cp:lastModifiedBy>Aung Myo Linn (CHID)</cp:lastModifiedBy>
  <cp:revision>3</cp:revision>
  <dcterms:created xsi:type="dcterms:W3CDTF">2026-05-01T04:51:12Z</dcterms:created>
  <dcterms:modified xsi:type="dcterms:W3CDTF">2026-05-01T06:12:27Z</dcterms:modified>
</cp:coreProperties>
</file>